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094A"/>
    <a:srgbClr val="480843"/>
    <a:srgbClr val="0F4259"/>
    <a:srgbClr val="166284"/>
    <a:srgbClr val="40AE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1BD9F-AB65-7538-1384-90F7A4FB7C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DC2576-0EF2-726A-C3A0-EA67EA0301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F7CD7-A392-4EFD-9D5D-C1DD6F847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44B5C-3830-4237-964B-80B91EACC53A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BFD00-B7E2-FEB2-0912-155B7312D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1A223B-2B9C-DAE8-A7DA-1AC7306BC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D61B5-CE48-4B78-B4FB-D6D0813743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797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D5C49-DC2F-3675-E745-AEC3D0559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52A51-1744-1C2B-1D41-7BCD1FB427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2451F7-E1FC-A1AC-362A-5FBEACE7F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44B5C-3830-4237-964B-80B91EACC53A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583C64-1F26-135C-280C-4017446F3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79466-BB23-BAF0-FEAF-98987B085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D61B5-CE48-4B78-B4FB-D6D0813743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2102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96505-D6C8-26CA-D0AB-A9B2BEA3A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4D3034-E776-C96E-A4A6-EB1BA44C9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08850-3520-1343-2778-D49DCC29B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44B5C-3830-4237-964B-80B91EACC53A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6E018A-0600-8091-A5AD-DA33938DA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D17481-F389-D0EB-FD2A-25FF3AD93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D61B5-CE48-4B78-B4FB-D6D0813743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72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13A33-72F7-79F3-6939-2B8C7F587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1A056-D3CA-7944-0578-EB96E898E2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BD5933-0B63-53A7-C308-246A97494A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D0ABFC-D9FE-83DF-216D-314B4FA57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44B5C-3830-4237-964B-80B91EACC53A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C64ED9-C670-5619-0D34-81BC05AC9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2C443B-6D40-9A8E-2509-FD0EF01A3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D61B5-CE48-4B78-B4FB-D6D0813743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8186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A487-99F2-2E2E-4BB5-9B0D71D6B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2CE799-ACBD-9938-5CED-6074E63CE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91A858-9511-EFA0-3F0D-B1F6DC78F1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5D30F2-1BCB-3B19-D9EE-333917C9F7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257266-9DE1-B172-2C05-B098F0968C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398CFE-E90E-5E56-1BFC-3C2B3AE4D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44B5C-3830-4237-964B-80B91EACC53A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BE0A2D-F5F4-2116-4131-C215E6A4B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1A7D2B-810A-1763-7360-C164A314D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D61B5-CE48-4B78-B4FB-D6D0813743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4492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0754A-B32A-E8D7-2A83-770918CDF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1360FC-EBC1-A263-0580-47131B38A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44B5C-3830-4237-964B-80B91EACC53A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81F5BA-0E0A-4018-727B-3ECED7FA5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9208AB-4B67-D666-17D0-550FD7BCD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D61B5-CE48-4B78-B4FB-D6D0813743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2953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F5C4BD-B2BD-A1C8-E979-1D876CEEC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44B5C-3830-4237-964B-80B91EACC53A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3397B7-BAE4-FCEE-A144-7B0ED9D55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E39C06-1A4C-9C4D-D2B8-EB08544DC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D61B5-CE48-4B78-B4FB-D6D0813743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177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E77E7-2DBC-16D8-AAA2-36EA01892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5B48C-C371-B6CF-D569-2591BCEAA1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055BF5-A1B8-2929-0794-6FA3BE3D6F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BC014F-1D1B-DC8C-D7F7-F96774819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44B5C-3830-4237-964B-80B91EACC53A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A82984-D4D6-E99A-1A34-E72E25F62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1B098-9366-304F-24DE-AE5210E05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D61B5-CE48-4B78-B4FB-D6D0813743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857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A3120-AC12-208F-60D6-48A26EF4C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7C0BC4-7EF1-CE2A-83A4-41FA864595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A7C4B8-3819-9119-0180-4CE9717E38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B1F0D3-4E6A-4FF3-DAC6-71CE77349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44B5C-3830-4237-964B-80B91EACC53A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C1288C-AC12-9DAE-5122-0EA8F84C4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63299C-A3DB-3603-70A0-23694B17A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D61B5-CE48-4B78-B4FB-D6D0813743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3179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22039-622C-FBC1-1633-E99119220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AC32FC-C969-882A-54CC-BDAE96A9FA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7B17D-9E71-D019-0CEF-C334BDA57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44B5C-3830-4237-964B-80B91EACC53A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7F2368-736D-B3AF-3787-1361E7866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9FF52-D723-75A6-965B-0CE530832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D61B5-CE48-4B78-B4FB-D6D0813743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244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83A38C-2015-6532-6498-AF26E65A92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2B0513-6EBC-3CCE-DF84-194AF49D6F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3E4AAC-6098-27CB-57BC-01BE83E9F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44B5C-3830-4237-964B-80B91EACC53A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2CA45-8867-54B6-3A07-7E9C3219F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EC5667-ABD0-22F1-FBD9-AD91728AF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D61B5-CE48-4B78-B4FB-D6D0813743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8422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C021E1-93AF-F687-8788-48AAC839E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E26CA7-1287-F69C-10F3-FD0A40E1EF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CFABCB-3184-89E5-5434-C22A0B9253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A44B5C-3830-4237-964B-80B91EACC53A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57F05-6915-BCBF-C776-C4FBE2AD99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999C4-46CB-E806-43F3-8E77886336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BD61B5-CE48-4B78-B4FB-D6D0813743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359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40AEE0">
                <a:alpha val="97647"/>
                <a:lumMod val="88000"/>
              </a:srgbClr>
            </a:gs>
            <a:gs pos="0">
              <a:srgbClr val="4F094A">
                <a:alpha val="95000"/>
              </a:srgbClr>
            </a:gs>
            <a:gs pos="0">
              <a:srgbClr val="4F094A"/>
            </a:gs>
            <a:gs pos="49000">
              <a:srgbClr val="0F4259"/>
            </a:gs>
            <a:gs pos="100000">
              <a:srgbClr val="4F094A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6698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Akash Kumar</dc:creator>
  <cp:lastModifiedBy>Akash Kumar</cp:lastModifiedBy>
  <cp:revision>1</cp:revision>
  <dcterms:created xsi:type="dcterms:W3CDTF">2026-04-10T11:11:27Z</dcterms:created>
  <dcterms:modified xsi:type="dcterms:W3CDTF">2026-04-10T11:12:03Z</dcterms:modified>
</cp:coreProperties>
</file>